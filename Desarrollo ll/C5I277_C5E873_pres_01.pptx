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Bungee" panose="020B0604020202020204" charset="0"/>
      <p:regular r:id="rId7"/>
    </p:embeddedFont>
    <p:embeddedFont>
      <p:font typeface="Questrial" panose="020F0502020204030204" pitchFamily="2" charset="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35" d="100"/>
          <a:sy n="35" d="100"/>
        </p:scale>
        <p:origin x="1180" y="4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B2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78186" y="857737"/>
            <a:ext cx="16565336" cy="8571526"/>
            <a:chOff x="0" y="0"/>
            <a:chExt cx="4362887" cy="225752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62887" cy="2257521"/>
            </a:xfrm>
            <a:custGeom>
              <a:avLst/>
              <a:gdLst/>
              <a:ahLst/>
              <a:cxnLst/>
              <a:rect l="l" t="t" r="r" b="b"/>
              <a:pathLst>
                <a:path w="4362887" h="2257521">
                  <a:moveTo>
                    <a:pt x="5141" y="0"/>
                  </a:moveTo>
                  <a:lnTo>
                    <a:pt x="4357746" y="0"/>
                  </a:lnTo>
                  <a:cubicBezTo>
                    <a:pt x="4360585" y="0"/>
                    <a:pt x="4362887" y="2302"/>
                    <a:pt x="4362887" y="5141"/>
                  </a:cubicBezTo>
                  <a:lnTo>
                    <a:pt x="4362887" y="2252380"/>
                  </a:lnTo>
                  <a:cubicBezTo>
                    <a:pt x="4362887" y="2253744"/>
                    <a:pt x="4362345" y="2255052"/>
                    <a:pt x="4361381" y="2256016"/>
                  </a:cubicBezTo>
                  <a:cubicBezTo>
                    <a:pt x="4360417" y="2256980"/>
                    <a:pt x="4359110" y="2257521"/>
                    <a:pt x="4357746" y="2257521"/>
                  </a:cubicBezTo>
                  <a:lnTo>
                    <a:pt x="5141" y="2257521"/>
                  </a:lnTo>
                  <a:cubicBezTo>
                    <a:pt x="2302" y="2257521"/>
                    <a:pt x="0" y="2255220"/>
                    <a:pt x="0" y="2252380"/>
                  </a:cubicBezTo>
                  <a:lnTo>
                    <a:pt x="0" y="5141"/>
                  </a:lnTo>
                  <a:cubicBezTo>
                    <a:pt x="0" y="2302"/>
                    <a:pt x="2302" y="0"/>
                    <a:pt x="5141" y="0"/>
                  </a:cubicBezTo>
                  <a:close/>
                </a:path>
              </a:pathLst>
            </a:custGeom>
            <a:solidFill>
              <a:srgbClr val="FFFFFF"/>
            </a:solidFill>
            <a:ln w="1143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85725"/>
              <a:ext cx="4362887" cy="23432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74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7684322" y="4529169"/>
            <a:ext cx="11230619" cy="7330531"/>
          </a:xfrm>
          <a:custGeom>
            <a:avLst/>
            <a:gdLst/>
            <a:ahLst/>
            <a:cxnLst/>
            <a:rect l="l" t="t" r="r" b="b"/>
            <a:pathLst>
              <a:path w="11230619" h="7330531">
                <a:moveTo>
                  <a:pt x="0" y="0"/>
                </a:moveTo>
                <a:lnTo>
                  <a:pt x="11230619" y="0"/>
                </a:lnTo>
                <a:lnTo>
                  <a:pt x="11230619" y="7330531"/>
                </a:lnTo>
                <a:lnTo>
                  <a:pt x="0" y="73305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4784509" y="-693607"/>
            <a:ext cx="10126259" cy="6609686"/>
          </a:xfrm>
          <a:custGeom>
            <a:avLst/>
            <a:gdLst/>
            <a:ahLst/>
            <a:cxnLst/>
            <a:rect l="l" t="t" r="r" b="b"/>
            <a:pathLst>
              <a:path w="10126259" h="6609686">
                <a:moveTo>
                  <a:pt x="0" y="0"/>
                </a:moveTo>
                <a:lnTo>
                  <a:pt x="10126259" y="0"/>
                </a:lnTo>
                <a:lnTo>
                  <a:pt x="10126259" y="6609686"/>
                </a:lnTo>
                <a:lnTo>
                  <a:pt x="0" y="66096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952162" y="338138"/>
            <a:ext cx="898807" cy="2019791"/>
          </a:xfrm>
          <a:custGeom>
            <a:avLst/>
            <a:gdLst/>
            <a:ahLst/>
            <a:cxnLst/>
            <a:rect l="l" t="t" r="r" b="b"/>
            <a:pathLst>
              <a:path w="898807" h="2019791">
                <a:moveTo>
                  <a:pt x="0" y="0"/>
                </a:moveTo>
                <a:lnTo>
                  <a:pt x="898807" y="0"/>
                </a:lnTo>
                <a:lnTo>
                  <a:pt x="898807" y="2019790"/>
                </a:lnTo>
                <a:lnTo>
                  <a:pt x="0" y="20197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rot="1935342" flipH="1">
            <a:off x="15277174" y="6801731"/>
            <a:ext cx="1183605" cy="2188484"/>
          </a:xfrm>
          <a:custGeom>
            <a:avLst/>
            <a:gdLst/>
            <a:ahLst/>
            <a:cxnLst/>
            <a:rect l="l" t="t" r="r" b="b"/>
            <a:pathLst>
              <a:path w="1183605" h="2188484">
                <a:moveTo>
                  <a:pt x="1183605" y="0"/>
                </a:moveTo>
                <a:lnTo>
                  <a:pt x="0" y="0"/>
                </a:lnTo>
                <a:lnTo>
                  <a:pt x="0" y="2188484"/>
                </a:lnTo>
                <a:lnTo>
                  <a:pt x="1183605" y="2188484"/>
                </a:lnTo>
                <a:lnTo>
                  <a:pt x="1183605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rot="2483638">
            <a:off x="8424582" y="1490240"/>
            <a:ext cx="1472544" cy="1487728"/>
          </a:xfrm>
          <a:custGeom>
            <a:avLst/>
            <a:gdLst/>
            <a:ahLst/>
            <a:cxnLst/>
            <a:rect l="l" t="t" r="r" b="b"/>
            <a:pathLst>
              <a:path w="1472544" h="1487728">
                <a:moveTo>
                  <a:pt x="0" y="0"/>
                </a:moveTo>
                <a:lnTo>
                  <a:pt x="1472544" y="0"/>
                </a:lnTo>
                <a:lnTo>
                  <a:pt x="1472544" y="1487727"/>
                </a:lnTo>
                <a:lnTo>
                  <a:pt x="0" y="14877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r="-90511" b="-8911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2973510" y="4824140"/>
            <a:ext cx="12340981" cy="2183877"/>
            <a:chOff x="0" y="0"/>
            <a:chExt cx="2911740" cy="51526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911740" cy="515266"/>
            </a:xfrm>
            <a:custGeom>
              <a:avLst/>
              <a:gdLst/>
              <a:ahLst/>
              <a:cxnLst/>
              <a:rect l="l" t="t" r="r" b="b"/>
              <a:pathLst>
                <a:path w="2911740" h="515266">
                  <a:moveTo>
                    <a:pt x="7528" y="0"/>
                  </a:moveTo>
                  <a:lnTo>
                    <a:pt x="2904212" y="0"/>
                  </a:lnTo>
                  <a:cubicBezTo>
                    <a:pt x="2908370" y="0"/>
                    <a:pt x="2911740" y="3370"/>
                    <a:pt x="2911740" y="7528"/>
                  </a:cubicBezTo>
                  <a:lnTo>
                    <a:pt x="2911740" y="507738"/>
                  </a:lnTo>
                  <a:cubicBezTo>
                    <a:pt x="2911740" y="509734"/>
                    <a:pt x="2910947" y="511649"/>
                    <a:pt x="2909535" y="513061"/>
                  </a:cubicBezTo>
                  <a:cubicBezTo>
                    <a:pt x="2908123" y="514472"/>
                    <a:pt x="2906208" y="515266"/>
                    <a:pt x="2904212" y="515266"/>
                  </a:cubicBezTo>
                  <a:lnTo>
                    <a:pt x="7528" y="515266"/>
                  </a:lnTo>
                  <a:cubicBezTo>
                    <a:pt x="5531" y="515266"/>
                    <a:pt x="3617" y="514472"/>
                    <a:pt x="2205" y="513061"/>
                  </a:cubicBezTo>
                  <a:cubicBezTo>
                    <a:pt x="793" y="511649"/>
                    <a:pt x="0" y="509734"/>
                    <a:pt x="0" y="507738"/>
                  </a:cubicBezTo>
                  <a:lnTo>
                    <a:pt x="0" y="7528"/>
                  </a:lnTo>
                  <a:cubicBezTo>
                    <a:pt x="0" y="5531"/>
                    <a:pt x="793" y="3617"/>
                    <a:pt x="2205" y="2205"/>
                  </a:cubicBezTo>
                  <a:cubicBezTo>
                    <a:pt x="3617" y="793"/>
                    <a:pt x="5531" y="0"/>
                    <a:pt x="7528" y="0"/>
                  </a:cubicBezTo>
                  <a:close/>
                </a:path>
              </a:pathLst>
            </a:custGeom>
            <a:solidFill>
              <a:srgbClr val="70B2E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85725"/>
              <a:ext cx="2911740" cy="60099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35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802300" y="3145633"/>
            <a:ext cx="13651896" cy="1678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504"/>
              </a:lnSpc>
            </a:pPr>
            <a:r>
              <a:rPr lang="en-US" sz="10181">
                <a:solidFill>
                  <a:srgbClr val="000000"/>
                </a:solidFill>
                <a:latin typeface="Bungee"/>
                <a:ea typeface="Bungee"/>
                <a:cs typeface="Bungee"/>
                <a:sym typeface="Bungee"/>
              </a:rPr>
              <a:t>BUENAS PRACTICAS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706904" y="5272948"/>
            <a:ext cx="12907899" cy="1314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587"/>
              </a:lnSpc>
            </a:pPr>
            <a:r>
              <a:rPr lang="en-US" sz="8852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DE PROGRAMACION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487437" y="7327963"/>
            <a:ext cx="7313127" cy="798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1"/>
              </a:lnSpc>
            </a:pPr>
            <a:r>
              <a:rPr lang="en-US" sz="2377" dirty="0">
                <a:latin typeface="Questrial"/>
                <a:ea typeface="Questrial"/>
                <a:cs typeface="Questrial"/>
                <a:sym typeface="Questrial"/>
              </a:rPr>
              <a:t>Angely Perez: C5I277  y </a:t>
            </a:r>
            <a:r>
              <a:rPr lang="en-US" sz="2377" dirty="0" err="1">
                <a:latin typeface="Questrial"/>
                <a:ea typeface="Questrial"/>
                <a:cs typeface="Questrial"/>
                <a:sym typeface="Questrial"/>
              </a:rPr>
              <a:t>Jorjanie</a:t>
            </a:r>
            <a:r>
              <a:rPr lang="en-US" sz="2377" dirty="0">
                <a:latin typeface="Questrial"/>
                <a:ea typeface="Questrial"/>
                <a:cs typeface="Questrial"/>
                <a:sym typeface="Questrial"/>
              </a:rPr>
              <a:t> Espinoza: C5E873</a:t>
            </a:r>
          </a:p>
          <a:p>
            <a:pPr marL="0" lvl="0" indent="0" algn="ctr">
              <a:lnSpc>
                <a:spcPts val="3161"/>
              </a:lnSpc>
            </a:pPr>
            <a:endParaRPr lang="en-US" sz="2377" dirty="0">
              <a:solidFill>
                <a:srgbClr val="FBFEFE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B2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61332" y="686774"/>
            <a:ext cx="16565336" cy="8913453"/>
            <a:chOff x="0" y="0"/>
            <a:chExt cx="4362887" cy="234757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62887" cy="2347576"/>
            </a:xfrm>
            <a:custGeom>
              <a:avLst/>
              <a:gdLst/>
              <a:ahLst/>
              <a:cxnLst/>
              <a:rect l="l" t="t" r="r" b="b"/>
              <a:pathLst>
                <a:path w="4362887" h="2347576">
                  <a:moveTo>
                    <a:pt x="5141" y="0"/>
                  </a:moveTo>
                  <a:lnTo>
                    <a:pt x="4357746" y="0"/>
                  </a:lnTo>
                  <a:cubicBezTo>
                    <a:pt x="4360585" y="0"/>
                    <a:pt x="4362887" y="2302"/>
                    <a:pt x="4362887" y="5141"/>
                  </a:cubicBezTo>
                  <a:lnTo>
                    <a:pt x="4362887" y="2342435"/>
                  </a:lnTo>
                  <a:cubicBezTo>
                    <a:pt x="4362887" y="2345274"/>
                    <a:pt x="4360585" y="2347576"/>
                    <a:pt x="4357746" y="2347576"/>
                  </a:cubicBezTo>
                  <a:lnTo>
                    <a:pt x="5141" y="2347576"/>
                  </a:lnTo>
                  <a:cubicBezTo>
                    <a:pt x="3777" y="2347576"/>
                    <a:pt x="2470" y="2347034"/>
                    <a:pt x="1506" y="2346070"/>
                  </a:cubicBezTo>
                  <a:cubicBezTo>
                    <a:pt x="542" y="2345106"/>
                    <a:pt x="0" y="2343799"/>
                    <a:pt x="0" y="2342435"/>
                  </a:cubicBezTo>
                  <a:lnTo>
                    <a:pt x="0" y="5141"/>
                  </a:lnTo>
                  <a:cubicBezTo>
                    <a:pt x="0" y="2302"/>
                    <a:pt x="2302" y="0"/>
                    <a:pt x="5141" y="0"/>
                  </a:cubicBez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85725"/>
              <a:ext cx="4362887" cy="24333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74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282603" y="1028700"/>
            <a:ext cx="4842481" cy="4855694"/>
          </a:xfrm>
          <a:custGeom>
            <a:avLst/>
            <a:gdLst/>
            <a:ahLst/>
            <a:cxnLst/>
            <a:rect l="l" t="t" r="r" b="b"/>
            <a:pathLst>
              <a:path w="4842481" h="4855694">
                <a:moveTo>
                  <a:pt x="0" y="0"/>
                </a:moveTo>
                <a:lnTo>
                  <a:pt x="4842481" y="0"/>
                </a:lnTo>
                <a:lnTo>
                  <a:pt x="4842481" y="4855694"/>
                </a:lnTo>
                <a:lnTo>
                  <a:pt x="0" y="485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484" r="-249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6735847" y="2790467"/>
            <a:ext cx="4816305" cy="4547418"/>
          </a:xfrm>
          <a:custGeom>
            <a:avLst/>
            <a:gdLst/>
            <a:ahLst/>
            <a:cxnLst/>
            <a:rect l="l" t="t" r="r" b="b"/>
            <a:pathLst>
              <a:path w="4816305" h="4547418">
                <a:moveTo>
                  <a:pt x="0" y="0"/>
                </a:moveTo>
                <a:lnTo>
                  <a:pt x="4816306" y="0"/>
                </a:lnTo>
                <a:lnTo>
                  <a:pt x="4816306" y="4547418"/>
                </a:lnTo>
                <a:lnTo>
                  <a:pt x="0" y="45474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927" r="-2595" b="-348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1954642" y="4387177"/>
            <a:ext cx="5050879" cy="4706066"/>
          </a:xfrm>
          <a:custGeom>
            <a:avLst/>
            <a:gdLst/>
            <a:ahLst/>
            <a:cxnLst/>
            <a:rect l="l" t="t" r="r" b="b"/>
            <a:pathLst>
              <a:path w="5050879" h="4706066">
                <a:moveTo>
                  <a:pt x="0" y="0"/>
                </a:moveTo>
                <a:lnTo>
                  <a:pt x="5050879" y="0"/>
                </a:lnTo>
                <a:lnTo>
                  <a:pt x="5050879" y="4706066"/>
                </a:lnTo>
                <a:lnTo>
                  <a:pt x="0" y="47060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B2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61332" y="686774"/>
            <a:ext cx="16565336" cy="8913453"/>
            <a:chOff x="0" y="0"/>
            <a:chExt cx="4362887" cy="234757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62887" cy="2347576"/>
            </a:xfrm>
            <a:custGeom>
              <a:avLst/>
              <a:gdLst/>
              <a:ahLst/>
              <a:cxnLst/>
              <a:rect l="l" t="t" r="r" b="b"/>
              <a:pathLst>
                <a:path w="4362887" h="2347576">
                  <a:moveTo>
                    <a:pt x="5141" y="0"/>
                  </a:moveTo>
                  <a:lnTo>
                    <a:pt x="4357746" y="0"/>
                  </a:lnTo>
                  <a:cubicBezTo>
                    <a:pt x="4360585" y="0"/>
                    <a:pt x="4362887" y="2302"/>
                    <a:pt x="4362887" y="5141"/>
                  </a:cubicBezTo>
                  <a:lnTo>
                    <a:pt x="4362887" y="2342435"/>
                  </a:lnTo>
                  <a:cubicBezTo>
                    <a:pt x="4362887" y="2345274"/>
                    <a:pt x="4360585" y="2347576"/>
                    <a:pt x="4357746" y="2347576"/>
                  </a:cubicBezTo>
                  <a:lnTo>
                    <a:pt x="5141" y="2347576"/>
                  </a:lnTo>
                  <a:cubicBezTo>
                    <a:pt x="3777" y="2347576"/>
                    <a:pt x="2470" y="2347034"/>
                    <a:pt x="1506" y="2346070"/>
                  </a:cubicBezTo>
                  <a:cubicBezTo>
                    <a:pt x="542" y="2345106"/>
                    <a:pt x="0" y="2343799"/>
                    <a:pt x="0" y="2342435"/>
                  </a:cubicBezTo>
                  <a:lnTo>
                    <a:pt x="0" y="5141"/>
                  </a:lnTo>
                  <a:cubicBezTo>
                    <a:pt x="0" y="2302"/>
                    <a:pt x="2302" y="0"/>
                    <a:pt x="5141" y="0"/>
                  </a:cubicBez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85725"/>
              <a:ext cx="4362887" cy="24333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74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11689" y="1238693"/>
            <a:ext cx="7982647" cy="3681878"/>
          </a:xfrm>
          <a:custGeom>
            <a:avLst/>
            <a:gdLst/>
            <a:ahLst/>
            <a:cxnLst/>
            <a:rect l="l" t="t" r="r" b="b"/>
            <a:pathLst>
              <a:path w="7982647" h="3681878">
                <a:moveTo>
                  <a:pt x="0" y="0"/>
                </a:moveTo>
                <a:lnTo>
                  <a:pt x="7982647" y="0"/>
                </a:lnTo>
                <a:lnTo>
                  <a:pt x="7982647" y="3681878"/>
                </a:lnTo>
                <a:lnTo>
                  <a:pt x="0" y="36818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9494336" y="3580762"/>
            <a:ext cx="7568074" cy="5515234"/>
          </a:xfrm>
          <a:custGeom>
            <a:avLst/>
            <a:gdLst/>
            <a:ahLst/>
            <a:cxnLst/>
            <a:rect l="l" t="t" r="r" b="b"/>
            <a:pathLst>
              <a:path w="7568074" h="5515234">
                <a:moveTo>
                  <a:pt x="0" y="0"/>
                </a:moveTo>
                <a:lnTo>
                  <a:pt x="7568073" y="0"/>
                </a:lnTo>
                <a:lnTo>
                  <a:pt x="7568073" y="5515234"/>
                </a:lnTo>
                <a:lnTo>
                  <a:pt x="0" y="55152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B2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61332" y="686774"/>
            <a:ext cx="16565336" cy="8913453"/>
            <a:chOff x="0" y="0"/>
            <a:chExt cx="4362887" cy="234757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62887" cy="2347576"/>
            </a:xfrm>
            <a:custGeom>
              <a:avLst/>
              <a:gdLst/>
              <a:ahLst/>
              <a:cxnLst/>
              <a:rect l="l" t="t" r="r" b="b"/>
              <a:pathLst>
                <a:path w="4362887" h="2347576">
                  <a:moveTo>
                    <a:pt x="5141" y="0"/>
                  </a:moveTo>
                  <a:lnTo>
                    <a:pt x="4357746" y="0"/>
                  </a:lnTo>
                  <a:cubicBezTo>
                    <a:pt x="4360585" y="0"/>
                    <a:pt x="4362887" y="2302"/>
                    <a:pt x="4362887" y="5141"/>
                  </a:cubicBezTo>
                  <a:lnTo>
                    <a:pt x="4362887" y="2342435"/>
                  </a:lnTo>
                  <a:cubicBezTo>
                    <a:pt x="4362887" y="2345274"/>
                    <a:pt x="4360585" y="2347576"/>
                    <a:pt x="4357746" y="2347576"/>
                  </a:cubicBezTo>
                  <a:lnTo>
                    <a:pt x="5141" y="2347576"/>
                  </a:lnTo>
                  <a:cubicBezTo>
                    <a:pt x="3777" y="2347576"/>
                    <a:pt x="2470" y="2347034"/>
                    <a:pt x="1506" y="2346070"/>
                  </a:cubicBezTo>
                  <a:cubicBezTo>
                    <a:pt x="542" y="2345106"/>
                    <a:pt x="0" y="2343799"/>
                    <a:pt x="0" y="2342435"/>
                  </a:cubicBezTo>
                  <a:lnTo>
                    <a:pt x="0" y="5141"/>
                  </a:lnTo>
                  <a:cubicBezTo>
                    <a:pt x="0" y="2302"/>
                    <a:pt x="2302" y="0"/>
                    <a:pt x="5141" y="0"/>
                  </a:cubicBez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85725"/>
              <a:ext cx="4362887" cy="24333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74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873477" y="2398726"/>
            <a:ext cx="7001975" cy="5489548"/>
          </a:xfrm>
          <a:custGeom>
            <a:avLst/>
            <a:gdLst/>
            <a:ahLst/>
            <a:cxnLst/>
            <a:rect l="l" t="t" r="r" b="b"/>
            <a:pathLst>
              <a:path w="7001975" h="5489548">
                <a:moveTo>
                  <a:pt x="0" y="0"/>
                </a:moveTo>
                <a:lnTo>
                  <a:pt x="7001975" y="0"/>
                </a:lnTo>
                <a:lnTo>
                  <a:pt x="7001975" y="5489548"/>
                </a:lnTo>
                <a:lnTo>
                  <a:pt x="0" y="54895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9728013" y="2831593"/>
            <a:ext cx="6328720" cy="4623814"/>
          </a:xfrm>
          <a:custGeom>
            <a:avLst/>
            <a:gdLst/>
            <a:ahLst/>
            <a:cxnLst/>
            <a:rect l="l" t="t" r="r" b="b"/>
            <a:pathLst>
              <a:path w="6328720" h="4623814">
                <a:moveTo>
                  <a:pt x="0" y="0"/>
                </a:moveTo>
                <a:lnTo>
                  <a:pt x="6328719" y="0"/>
                </a:lnTo>
                <a:lnTo>
                  <a:pt x="6328719" y="4623814"/>
                </a:lnTo>
                <a:lnTo>
                  <a:pt x="0" y="46238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454" r="-15143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B2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61332" y="686774"/>
            <a:ext cx="16565336" cy="8913453"/>
            <a:chOff x="0" y="0"/>
            <a:chExt cx="4362887" cy="234757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62887" cy="2347576"/>
            </a:xfrm>
            <a:custGeom>
              <a:avLst/>
              <a:gdLst/>
              <a:ahLst/>
              <a:cxnLst/>
              <a:rect l="l" t="t" r="r" b="b"/>
              <a:pathLst>
                <a:path w="4362887" h="2347576">
                  <a:moveTo>
                    <a:pt x="5141" y="0"/>
                  </a:moveTo>
                  <a:lnTo>
                    <a:pt x="4357746" y="0"/>
                  </a:lnTo>
                  <a:cubicBezTo>
                    <a:pt x="4360585" y="0"/>
                    <a:pt x="4362887" y="2302"/>
                    <a:pt x="4362887" y="5141"/>
                  </a:cubicBezTo>
                  <a:lnTo>
                    <a:pt x="4362887" y="2342435"/>
                  </a:lnTo>
                  <a:cubicBezTo>
                    <a:pt x="4362887" y="2345274"/>
                    <a:pt x="4360585" y="2347576"/>
                    <a:pt x="4357746" y="2347576"/>
                  </a:cubicBezTo>
                  <a:lnTo>
                    <a:pt x="5141" y="2347576"/>
                  </a:lnTo>
                  <a:cubicBezTo>
                    <a:pt x="3777" y="2347576"/>
                    <a:pt x="2470" y="2347034"/>
                    <a:pt x="1506" y="2346070"/>
                  </a:cubicBezTo>
                  <a:cubicBezTo>
                    <a:pt x="542" y="2345106"/>
                    <a:pt x="0" y="2343799"/>
                    <a:pt x="0" y="2342435"/>
                  </a:cubicBezTo>
                  <a:lnTo>
                    <a:pt x="0" y="5141"/>
                  </a:lnTo>
                  <a:cubicBezTo>
                    <a:pt x="0" y="2302"/>
                    <a:pt x="2302" y="0"/>
                    <a:pt x="5141" y="0"/>
                  </a:cubicBez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85725"/>
              <a:ext cx="4362887" cy="24333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74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787101" y="1465050"/>
            <a:ext cx="7356899" cy="3678450"/>
          </a:xfrm>
          <a:custGeom>
            <a:avLst/>
            <a:gdLst/>
            <a:ahLst/>
            <a:cxnLst/>
            <a:rect l="l" t="t" r="r" b="b"/>
            <a:pathLst>
              <a:path w="7356899" h="3678450">
                <a:moveTo>
                  <a:pt x="0" y="0"/>
                </a:moveTo>
                <a:lnTo>
                  <a:pt x="7356899" y="0"/>
                </a:lnTo>
                <a:lnTo>
                  <a:pt x="7356899" y="3678450"/>
                </a:lnTo>
                <a:lnTo>
                  <a:pt x="0" y="36784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9775153" y="3538710"/>
            <a:ext cx="6749940" cy="5055939"/>
          </a:xfrm>
          <a:custGeom>
            <a:avLst/>
            <a:gdLst/>
            <a:ahLst/>
            <a:cxnLst/>
            <a:rect l="l" t="t" r="r" b="b"/>
            <a:pathLst>
              <a:path w="6749940" h="5055939">
                <a:moveTo>
                  <a:pt x="0" y="0"/>
                </a:moveTo>
                <a:lnTo>
                  <a:pt x="6749940" y="0"/>
                </a:lnTo>
                <a:lnTo>
                  <a:pt x="6749940" y="5055939"/>
                </a:lnTo>
                <a:lnTo>
                  <a:pt x="0" y="50559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13</Words>
  <Application>Microsoft Office PowerPoint</Application>
  <PresentationFormat>Personalizado</PresentationFormat>
  <Paragraphs>3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Calibri</vt:lpstr>
      <vt:lpstr>Bungee</vt:lpstr>
      <vt:lpstr>Arial</vt:lpstr>
      <vt:lpstr>Questrial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Diapositivas Proyecto de Tecnología Ilustrado Azul y Blanco</dc:title>
  <cp:lastModifiedBy>Angely Guido</cp:lastModifiedBy>
  <cp:revision>2</cp:revision>
  <dcterms:created xsi:type="dcterms:W3CDTF">2006-08-16T00:00:00Z</dcterms:created>
  <dcterms:modified xsi:type="dcterms:W3CDTF">2026-01-05T16:36:17Z</dcterms:modified>
  <dc:identifier>DAG9j73GCoQ</dc:identifier>
</cp:coreProperties>
</file>